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Arrancamos el entorno de demostración con un solo comando. Esto enciende una base de datos local desechable ya cargada con datos del salón, el backend (API) y el frontend (panel + página de reservas). Todo lo que probemos se descarta al cerrar.
VERIFICACIÓN QA:
Criterio de aceptación: el proceso queda corriendo sin errores y muestra las dos URLs (panel y reservas). La base arranca con 4 servicios, 2 profesionales, 3 clientas y 3 citas.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Abrimos el panel. En modo local la autenticación está desactivada, así que entramos directo al tablero, sin pantalla de Google. A la izquierda aparece el menú con todos los módulos del sistema.
VERIFICACIÓN QA:
Verificación: no aparece la pantalla de login (VITE_AUTH_DISABLED=true) y el menú lateral está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El Dashboard es el centro de mando. Trae widgets configurables: la agenda de citas, el panel «Requiere atención», y gráficos del negocio como horas pico de reserva, ventas por servicio y carga de trabajo por estilista. Además, el Asistente Inteligente «Aura» analiza los datos y sugiere acciones.
VERIFICACIÓN QA:
Verificación API: GET /api/dashboard/widgets devuelve ≥6 widgets para el usuario. Los gráficos se alimentan de las citas sembradas.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En Servicios está el catálogo del salón con su precio y duración. Vienen cargados Manicure Semipermanente, Pedicure Spa, Extensión de Pestañas y Lifting. Vamos a agregar uno nuevo.
VERIFICACIÓN QA:
Verificación negativa (opcional): crear un servicio con un nombre ya existente devuelve «Ya existe un servicio con ese nombre» (HTTP 400, corregido).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En Equipo gestionamos a los profesionales. Cada uno tiene los servicios que realiza y su horario por día, que es lo que después permite calcular la disponibilidad real. Agreguemos una nueva manicurista.
VERIFICACIÓN QA:
Verificación: el alta exige nombre y apellido, ≥1 servicio y ≥1 día con horario; si falta alguno, el backend responde 400 con el mensaje correspondiente.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En Clientes está la base de clientas. Podemos buscar por nombre, email o teléfono, crear una ficha nueva y ver el historial de citas de cada una.
VERIFICACIÓN QA:
Verificación: si el email o el teléfono tienen formato inválido, el sistema responde 400 con un mensaje claro (validación agregada).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La Agenda es el corazón operativo. Al agendar, el sistema verifica en tiempo real que el profesional realice ese servicio, que esté dentro de su horario y que no se solape con otra cita. Hagamos una reserva en un horario libre.
VERIFICACIÓN QA:
Verificación de borde: si se elige un horario ocupado, fuera de horario o un día no laboral, el backend responde 409 con el motivo (p. ej. «Lucía Pérez ya tiene una cita…») y sugiere profesionales alternativos. Servicio/profesional inexistente → 404; el profesional no realiza el servicio → 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Esta es la página pública que ve la clienta. La reserva ocurre en cuatro pasos guiados y, al confirmar, la clienta queda autoregistrada y la cita aparece en la agenda del salón marcada como «online».
VERIFICACIÓN QA:
Verificación cruzada: volver al panel /app/calendar y comprobar que la cita reservada online aparece en la agenda; la clienta nueva quedó registrada en /app/clients.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Finanzas resume la salud del negocio: ingresos del mes, pagos online, pendiente de cobro, balance en efectivo y la meta mensual. Y los gráficos muestran las citas por servicio, por trabajador y el ingreso por servicio.
VERIFICACIÓN QA:
Verificación: los totales son coherentes con las citas sembradas y las creadas durante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Los Workflows automatizan la comunicación con la clienta. Cada modelo de negocio define qué disparadores y acciones están permitidos. Para un salón hay plantillas listas, como el recordatorio 24 h por WhatsApp o la fidelización post-servicio.
VERIFICACIÓN QA:
Verificación: el sistema solo permite disparadores y acciones válidos para el modelo; uno no permitido se rechaza con 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El Centro de Automatización agrupa la operación automática del salón (recordatorios y avisos). Aquí se monitorea el estado y las próximas actualizaciones.
VERIFICACIÓN QA:
Verificación: la vista carga correctamente y es coherente con los workflows activos.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En Configuración personalizamos el negocio: nombre, color de marca y el mensaje de confirmación que ve la clienta al reservar online. También se pueden activar o desactivar módulos del panel.
VERIFICACIÓN QA:
Verificación: guardar sin nombre o sin slug devuelve 400 («nombre y slug obligatorios»).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NARRACIÓN:
Para terminar, detenemos todo. Como la base de datos era local y desechable, los datos de la demostración desaparecen y tu base real queda intacta.
VERIFICACIÓN QA:
Verificación: al volver a iniciar, la base vuelve a sembrarse desde cero (estado limpio y repetible).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840480" cy="3840480"/>
          </a:xfrm>
          <a:prstGeom prst="ellipse">
            <a:avLst/>
          </a:prstGeom>
          <a:solidFill>
            <a:srgbClr val="C2185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A26769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LIBRETO DE DEMOSTRACIÓN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feliz · Recorrido funcional completo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Salón · Aura Nails &amp; Lashes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técnica / QA</a:t>
            </a:r>
            <a:pPr indent="0" marL="0">
              <a:buNone/>
            </a:pPr>
            <a:r>
              <a:rPr lang="en-US" sz="1300" dirty="0">
                <a:solidFill>
                  <a:srgbClr val="E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11 funcionalidades · 13 escenas · 23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 la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en orden lógico, del arranque al cierre.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del entorno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al panel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KPIs, agenda y Asistente IA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· catálogo del salón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· alta de profesional con servicios y horarios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· ficha, búsqueda e historial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agendar, verificar disponibilidad y reprogramar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online · la clienta reserva sola (4 pasos)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· KPIs y gráficos del negocio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· automatización por modelo de negocio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· centro de control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· negocio, reservas y módulos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detener el entorno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Entorno de la demo (local)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743200" cy="64008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371600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371600"/>
            <a:ext cx="832104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"scripts/prueba-local"  →  npm install (1ª vez)  →  node iniciar.mjs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743200" cy="64008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011680"/>
            <a:ext cx="832104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http://localhost:5173/app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743200" cy="64008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online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651760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651760"/>
            <a:ext cx="832104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http://localhost:5173/booking/mi-negocio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743200" cy="64008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(backend)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291840"/>
            <a:ext cx="832104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precargados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393192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931920"/>
            <a:ext cx="832104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local desechable (PGlite) ya sembrada: 4 servicios, 2 profesionales con horarios, 3 clientas y 3 citas para el próximo lunes. Login desactivado en local (entra directo).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es desechable: al cerrar, los datos de prueba se descartan y tu base real no se toca.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Preparación del entorno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3506724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scripts/prueba-local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sistema completo en local con datos de prueba, sin tocar la base real.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Terminal: cd "scripts/prueba-local" y, la primera vez, ejecutar npm install.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node iniciar.mjs.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salud del backend (opcional).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instalan las dependencias de la base local (PGlite).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Mensajes: «Base local lista con datos del salón», «API lista en http://localhost:3001» y el bloque «TODO LISTO» con las URLs.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http://localhost:3001/health responde { ok: true }.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 al panel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3040380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http://localhost:5173/app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al panel de gestión (en local entra sin login).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http://localhost:5173/app en el navegador.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el menú lateral.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Dashboard sin pedir inicio de sesión.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 9 secciones: Dashboard, Agenda, Clientes, Servicios, Equipo, Finanzas, Workflows, Automatizaciones y Configuración.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· KPIs, agenda y Asistente IA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340864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 (Dashboard)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tablero operativo: widgets, agenda del día, gráficos y el asistente inteligente.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widgets cargados por defecto.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buscador «Buscar cita o cliente…».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los accesos rápidos + Cliente / + Cita / + Widget.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≥6 widgets: Agenda de Citas, Requiere Atención, Horas Pico de Reserva, Ventas por Servicio, Carga de Trabajo y AI Copilot Insights.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resultados en vivo.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Abren los formularios o agregan un widget al tablero.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· catálogo del salón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107692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/app/services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catálogo y dar de alta un servicio nuevo.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Servicios y revisar la tabla (Servicio, Duración, Precio, Estado).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servicio: nombre «Esmaltado Tradicional», precio 8.000, duración 30 min. Guardar.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listan los 4 servicios sembrados, todos activos.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aparece en la lista (HTTP 201).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· alta de profesional con servicios y horarios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1796796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 alta un profesional, asignarle servicios y definir su horario semanal.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equipo: Lucía Pérez (Manicurista Senior) y Camila Rojas (Lash Artist).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«Añadir colaborador»: nombre y apellido, rol, seleccionar al menos un servicio y marcar al menos un día con horario (ej. Mar–Sáb 10:00–18:00). Guardar.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 ambas con su rol y sus servicios.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se crea y aparece en la grilla (HTTP 201).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 · ficha, búsqueda e historial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/app/clients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Ver, buscar y crear clientas, y consultar el historial de citas.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lista (María José González, Sofía Martín, Valentina Díaz).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«Mar» en el buscador.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«Crear Cliente»: nombre, apellido, teléfono, email y notas. Guardar.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ficha de una clienta con citas.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Nombre, Teléfono, Correo y Acciones.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y muestra a María José y Sofía Martín.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clienta se crea y aparece en la lista (HTTP 201, corregido).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su historial de citas.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· agendar, verificar disponibilidad y reprogramar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107692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/app/calendar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cita validando disponibilidad, confirmarla y reprogramarla.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«Agenda de Citas» y ver las 3 citas del próximo lunes.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«Agendar Cita»: elegir clienta, servicio, profesional y un horario libre. Observar el indicador «Disponible».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la cita.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estado a Confirmada y luego reprogramar a otra hora.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muestra las citas sembradas con cliente, servicio y profesional.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confirma disponibilidad antes de guardar.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en estado PENDING (HTTP 201) y aparece en el calendario.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actualizado y cita movida (HTTP 200).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online · la clienta reserva sola (4 pasos)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http://localhost:5173/booking/mi-negocio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el flujo público de reserva online de punta a punta.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página de reservas. Paso 1: «Selecciona un Servicio» (ej. Extensión de Pestañas).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«Elige un Profesional» (Camila, o «Cualquier profesional disponible»).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«Selecciona Fecha y Hora» (elegir un día y un horario libre).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«Completa tus Datos Personales» (nombre, apellido, teléfono, email, notas) y confirmar.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servicios disponibles online.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profesionales que realizan ese servicio.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aparecen horarios realmente disponibles según el horario del profesional.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éxito con el mensaje de confirmación (HTTP 201, source = online_booking).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Finanzas · KPIs y gráficos del negocio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107692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/app/finances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indicadores financieros y los gráficos de desempeño.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las tarjetas: Ingresos Totales (Mes), Pagos Online, Pendiente de cobro, Balance en Efectivo.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Transacciones Recientes y la Meta Mensual (barra de progreso).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gráficos (Citas por servicio / por trabajador / Ingreso por servicio).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 muestran cifras calculadas a partir de las citas.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movimientos y porcentaje de avance.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renderizados con los datos del período.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 · automatización por modelo de negocio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185416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/app/workflows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workflow desde una plantilla del modelo «Salón» y activarlo.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KPIs (Workflows activos, Total configurados, Ejecuciones registradas).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el modelo «Salón de belleza» y ver sus plantillas.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workflow desde la plantilla de recordatorio.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el workflow.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visibles.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«Recordatorio 24h (WhatsApp)» y «Fidelización post-servicio».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 se crea en estado DRAFT (HTTP 201).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estado ACTIVE (HTTP 200) y suma en «Workflows activos».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Automatizaciones · centro de control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340864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/app/automations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Centro de Automatización.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Automatizaciones.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estado y la sección «Próxima Actualización».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«Centro de Automatización» sin errores.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el panel informativo.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Configuración · negocio, reservas y módulos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2107692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/app/settings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los datos del negocio, la reserva online y los módulos visibles.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nombre del negocio, color principal y mensaje de confirmación de reserva. Guardar.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toggles de módulos (Servicios, Equipo, Finanzas, Workflows…).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guardados (HTTP 200) y reflejados en la página pública de reservas.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Activar/desactivar muestra u oculta la sección en el menú.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· detener el entorno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08760" y="1325880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25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Ruta:  </a:t>
            </a:r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la demo y descartar los datos de prueba.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terminal donde corre iniciar.mjs, presionar Ctrl + 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2514600"/>
            <a:ext cx="4389120" cy="3703320"/>
          </a:xfrm>
          <a:prstGeom prst="rect">
            <a:avLst/>
          </a:prstGeom>
          <a:solidFill>
            <a:srgbClr val="F7EDF1"/>
          </a:solidFill>
          <a:ln w="12700">
            <a:solidFill>
              <a:srgbClr val="E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30632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detienen frontend, backend y base local; el proceso muestra «Deteniendo servicios…».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Nails &amp; Lashes — Libreto de Demostración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C2185B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funcionalidades demostradas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feliz completo, de la configuración a la operación diaria del salón.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al panel (sin login en local)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KPIs, gráficos y Asistente IA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(catálogo + alta)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(alta con servicios y horarios)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(ficha, búsqueda, historial)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(agendar, disponibilidad, reprogramar)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246888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online pública (4 pasos)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(KPIs y gráficos)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(plantillas y activación)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(negocio, reservas, módulos)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Libreto de Demostración — Camino Feliz</dc:title>
  <dc:subject>PptxGenJS Presentation</dc:subject>
  <dc:creator>Aura Nails &amp; Lashes</dc:creator>
  <cp:lastModifiedBy>Aura Nails &amp; Lashes</cp:lastModifiedBy>
  <cp:revision>1</cp:revision>
  <dcterms:created xsi:type="dcterms:W3CDTF">2026-05-23T18:13:29Z</dcterms:created>
  <dcterms:modified xsi:type="dcterms:W3CDTF">2026-05-23T18:13:29Z</dcterms:modified>
</cp:coreProperties>
</file>